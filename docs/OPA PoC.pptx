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1" autoAdjust="0"/>
    <p:restoredTop sz="94660"/>
  </p:normalViewPr>
  <p:slideViewPr>
    <p:cSldViewPr snapToGrid="0">
      <p:cViewPr varScale="1">
        <p:scale>
          <a:sx n="89" d="100"/>
          <a:sy n="89" d="100"/>
        </p:scale>
        <p:origin x="954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2437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digital-network-architecture-visualizatio_2026-05-03T02-36-11_image_DAS_0.jpg"/>
          <p:cNvPicPr>
            <a:picLocks noChangeAspect="1"/>
          </p:cNvPicPr>
          <p:nvPr/>
        </p:nvPicPr>
        <p:blipFill>
          <a:blip r:embed="rId3">
            <a:alphaModFix amt="70000"/>
          </a:blip>
          <a:srcRect l="17407" r="17407"/>
          <a:stretch/>
        </p:blipFill>
        <p:spPr>
          <a:xfrm>
            <a:off x="0" y="0"/>
            <a:ext cx="50292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D1B2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Policy-Based API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Control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2651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 (Kong) + Envoy Gateway + Keycloak + OPA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End-to-End Distributed Tracing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760720" y="548640"/>
            <a:ext cx="2926080" cy="6858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858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46520" y="5486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APIM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760720" y="1417320"/>
            <a:ext cx="2926080" cy="6858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0" y="155448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46520" y="1417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 Gateway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760720" y="2286000"/>
            <a:ext cx="2926080" cy="6858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42316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46520" y="22860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760720" y="3154680"/>
            <a:ext cx="2926080" cy="6858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29184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446520" y="3154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760720" y="4023360"/>
            <a:ext cx="2926080" cy="6858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4160520"/>
            <a:ext cx="365760" cy="36576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446520" y="4023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Traditional Authorization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service-embedded access control creates operational risk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237744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830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Duplicated Logic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rules copied across every microservice, leading to inconsistencies and drift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83280" y="1554480"/>
            <a:ext cx="2560320" cy="237744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7830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1188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Difficult Changes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61188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updates require code changes and redeployment of every affected service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554480"/>
            <a:ext cx="2560320" cy="237744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7830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46520" y="23317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Delayed Revocation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46520" y="27432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changes can't take effect immediately — they wait for the next deployment cycle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8046720" cy="548640"/>
          </a:xfrm>
          <a:prstGeom prst="rect">
            <a:avLst/>
          </a:prstGeom>
          <a:solidFill>
            <a:srgbClr val="0A3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PoC demonstrates how policy-based authorization eliminates all three issues.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Design Principle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173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1887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Authorization is fully externalized from application services.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48640" y="2880360"/>
            <a:ext cx="3794760" cy="146304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 = Authorization-Agnostic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429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contains zero authorization logic. It serves business data only. All access decisions are evaluated dynamically by OPA.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2880360"/>
            <a:ext cx="3794760" cy="146304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029200" y="3017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Policy Decision Point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34290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serves as the centralized PDP, evaluating RBAC, ABAC, and ReBAC rules from the same request context — without code changes.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authorization models are added by extending OPA policies, not by changing service code.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Architectural Layers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across six distinct layers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417320" cy="118872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65960" y="16002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6"/>
                </a:solidFill>
              </a:rPr>
              <a:t>▶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48840" y="1371600"/>
            <a:ext cx="1417320" cy="1188720"/>
          </a:xfrm>
          <a:prstGeom prst="rect">
            <a:avLst/>
          </a:prstGeom>
          <a:solidFill>
            <a:srgbClr val="1B496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4884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Ingress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4884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66160" y="16002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6"/>
                </a:solidFill>
              </a:rPr>
              <a:t>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749040" y="1371600"/>
            <a:ext cx="1417320" cy="1188720"/>
          </a:xfrm>
          <a:prstGeom prst="rect">
            <a:avLst/>
          </a:prstGeom>
          <a:solidFill>
            <a:srgbClr val="3D5A8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4904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66360" y="16002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6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49240" y="1371600"/>
            <a:ext cx="1417320" cy="1188720"/>
          </a:xfrm>
          <a:prstGeom prst="rect">
            <a:avLst/>
          </a:prstGeom>
          <a:solidFill>
            <a:srgbClr val="00695C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4924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AuthZ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4924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60020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FA6"/>
                </a:solidFill>
              </a:rPr>
              <a:t>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949440" y="1371600"/>
            <a:ext cx="1417320" cy="1188720"/>
          </a:xfrm>
          <a:prstGeom prst="rect">
            <a:avLst/>
          </a:prstGeom>
          <a:solidFill>
            <a:srgbClr val="5D4037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949440" y="15087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4944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834640"/>
            <a:ext cx="7818120" cy="731520"/>
          </a:xfrm>
          <a:prstGeom prst="rect">
            <a:avLst/>
          </a:prstGeom>
          <a:solidFill>
            <a:srgbClr val="1A3A4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2834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Observability Layer  —  OpenTelemetry + Jaeger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37947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0" y="37947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governance, routing, rate limiting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01421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645920" y="40142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validation, external authorization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2336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45920" y="423367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logic, zero auth rules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44531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AuthZ: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45920" y="44531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ABAC + ReBAC policy engine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" y="46725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645920" y="46725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issuance via OIDC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48640" y="48920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45920" y="4892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distributed tracing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Runtime Request 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request traverses the full policy-enforcement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554480" cy="1005840"/>
          </a:xfrm>
          <a:prstGeom prst="rect">
            <a:avLst/>
          </a:prstGeom>
          <a:solidFill>
            <a:srgbClr val="3D5A8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▶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514600" y="1463040"/>
            <a:ext cx="1554480" cy="1005840"/>
          </a:xfrm>
          <a:prstGeom prst="rect">
            <a:avLst/>
          </a:prstGeom>
          <a:solidFill>
            <a:srgbClr val="2D6A4F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463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Kong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9080" y="16002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▶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480560" y="1463040"/>
            <a:ext cx="1554480" cy="1005840"/>
          </a:xfrm>
          <a:prstGeom prst="rect">
            <a:avLst/>
          </a:prstGeom>
          <a:solidFill>
            <a:srgbClr val="1B496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80560" y="1463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Envoy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35040" y="16002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FA6"/>
                </a:solidFill>
              </a:rPr>
              <a:t>▶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46520" y="1463040"/>
            <a:ext cx="1554480" cy="1005840"/>
          </a:xfrm>
          <a:prstGeom prst="rect">
            <a:avLst/>
          </a:prstGeom>
          <a:solidFill>
            <a:srgbClr val="3D5A8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46520" y="1463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57800" y="2468880"/>
            <a:ext cx="0" cy="457200"/>
          </a:xfrm>
          <a:prstGeom prst="line">
            <a:avLst/>
          </a:prstGeom>
          <a:noFill/>
          <a:ln w="25400">
            <a:solidFill>
              <a:srgbClr val="00B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43400" y="2926080"/>
            <a:ext cx="1828800" cy="822960"/>
          </a:xfrm>
          <a:prstGeom prst="rect">
            <a:avLst/>
          </a:prstGeom>
          <a:solidFill>
            <a:srgbClr val="00695C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43400" y="29260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Authorization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57800" y="3749040"/>
            <a:ext cx="0" cy="365760"/>
          </a:xfrm>
          <a:prstGeom prst="line">
            <a:avLst/>
          </a:prstGeom>
          <a:noFill/>
          <a:ln w="25400">
            <a:solidFill>
              <a:srgbClr val="00BFA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931920" y="4114800"/>
            <a:ext cx="2651760" cy="640080"/>
          </a:xfrm>
          <a:prstGeom prst="rect">
            <a:avLst/>
          </a:prstGeom>
          <a:solidFill>
            <a:srgbClr val="1A3A4A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31920" y="4114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→ Jaeger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83680" y="1463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Keycloak issues JWT access tokens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0" y="1965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Kong represents the APIM governance 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2468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Envoy validates JWTs via external authZ API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REST API contains zero authorization rules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Denied requests never reach business logic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Authorization Models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policy engine, three authorization paradigms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32004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560320" cy="822960"/>
          </a:xfrm>
          <a:prstGeom prst="rect">
            <a:avLst/>
          </a:prstGeom>
          <a:solidFill>
            <a:srgbClr val="1B496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RBAC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3152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" y="24231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accesses all customers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reads only assigned customer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has audit-scoped access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371600"/>
            <a:ext cx="2560320" cy="32004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383280" y="1371600"/>
            <a:ext cx="2560320" cy="822960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463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336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ABAC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56616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Attribute-Based Access Control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611880" y="24231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region + allowed segment = access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Cross-region requests denied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requests blocked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17920" y="1371600"/>
            <a:ext cx="2560320" cy="32004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17920" y="1371600"/>
            <a:ext cx="2560320" cy="822960"/>
          </a:xfrm>
          <a:prstGeom prst="rect">
            <a:avLst/>
          </a:prstGeom>
          <a:solidFill>
            <a:srgbClr val="0069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630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417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ReBAC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40080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Relationship-Based Access Control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46520" y="242316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assigned to customer = access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+ audit purpose = access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purpose = denied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Scenarios &amp; Results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6766560" cy="257556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accesses all 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accesses own customer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accesses another customer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same region + allowed segment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 different region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High-risk request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assigned + audit 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ReBAC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Auditor assigned + non-audit purpose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accessing /admin/customers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accessing /admin/customers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with no token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401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scenarios tested  ·  13 traces verified in Jaeger  ·  All scenarios passed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Modularity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enforcement, decentralized ownership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1430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common.rego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extraction, roles, shared helpers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371600"/>
            <a:ext cx="2560320" cy="11430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health.rego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6616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endpoint access rules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2560320" cy="11430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customers.rego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account access policies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2560320" cy="11430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abac.rego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Attribute-based access policies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788920"/>
            <a:ext cx="2560320" cy="11430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616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rebac.rego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Relationship-based access policies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2788920"/>
            <a:ext cx="2560320" cy="11430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2926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admin.rego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32918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access policies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4251960"/>
            <a:ext cx="3794760" cy="64008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251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customers.json  —  Customer resource attributes (ABAC)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4251960"/>
            <a:ext cx="3794760" cy="640080"/>
          </a:xfrm>
          <a:prstGeom prst="rect">
            <a:avLst/>
          </a:prstGeom>
          <a:solidFill>
            <a:srgbClr val="1A3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4251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relationships.json  —  User-resource relationships (ReBAC)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Distributed Tracing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traced across all layers via OpenTelemetry and Jaeger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43000" cy="64008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91640" y="137160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6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56232" y="1371600"/>
            <a:ext cx="1143000" cy="64008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856232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99232" y="137160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6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63824" y="1371600"/>
            <a:ext cx="1143000" cy="64008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63824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06824" y="137160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6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71416" y="1371600"/>
            <a:ext cx="1143000" cy="64008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71416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14416" y="137160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6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79008" y="1371600"/>
            <a:ext cx="1143000" cy="640080"/>
          </a:xfrm>
          <a:prstGeom prst="rect">
            <a:avLst/>
          </a:prstGeom>
          <a:solidFill>
            <a:srgbClr val="3D5A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79008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22008" y="1371600"/>
            <a:ext cx="164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FA6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86600" y="1371600"/>
            <a:ext cx="1143000" cy="640080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86600" y="1371600"/>
            <a:ext cx="1143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Trace Attributes Captured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" y="2697480"/>
            <a:ext cx="4114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http.method, http.route, http.status_code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enduser.id, user.role, customer.id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authorization.model (RBAC/ABAC/ReBAC)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opa.decision, opa.policy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authorization.result (allow/deny)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Jaeger Filter Tags</a:t>
            </a:r>
            <a:endParaRPr lang="en-US" sz="1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743200"/>
          <a:ext cx="3657600" cy="1066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 Filter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model=RBAC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scenarios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model=Customer Scope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Own/cross-customer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model=ABAC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Attribute-based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model=ReBAC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Relationship-based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Path: Azure APIM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simulates the APIM layer — production maps directly to Azure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16916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 Component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Equivalent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APIM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Kong 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APIM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Ingress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Envoy / AKS Ingress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Keycloak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Entra ID / Keycloak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BF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E7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OpenTelemetry + Jaeger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Monitor / Grafana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>
                    <a:lnL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5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474720"/>
            <a:ext cx="8046720" cy="128016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3611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Seamless Migration Path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397764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APIM replaces Kong while keeping the same service model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secondary token issued — original identity flows through the entire chain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policies remain unchanged during migration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gent/turn1/workspace/images/abstract-cybersecurity-shield-with-flowing-data-st_2026-05-03T02-36-11_image_DAS_0.jpg"/>
          <p:cNvPicPr>
            <a:picLocks noChangeAspect="1"/>
          </p:cNvPicPr>
          <p:nvPr/>
        </p:nvPicPr>
        <p:blipFill>
          <a:blip r:embed="rId3">
            <a:alphaModFix amt="50000"/>
          </a:blip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F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PoC Proves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3977640" cy="9144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Externalized AuthZ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Policy-based authorization replaces hardcoded access control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0600" y="1188720"/>
            <a:ext cx="3977640" cy="9144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834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Redeployment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83480" y="16459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decisions change without redeploying services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423160"/>
            <a:ext cx="3977640" cy="9144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3152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Immediate Revocation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152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revocation takes effect through policy updates alone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00600" y="2423160"/>
            <a:ext cx="3977640" cy="9144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8348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Multi-Model Coexistence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98348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ABAC, and ReBAC run from the same policy engine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3657600"/>
            <a:ext cx="3977640" cy="9144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3152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Observability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3152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traced across all layers in Jaeger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800600" y="3657600"/>
            <a:ext cx="3977640" cy="914400"/>
          </a:xfrm>
          <a:prstGeom prst="rect">
            <a:avLst/>
          </a:prstGeom>
          <a:solidFill>
            <a:srgbClr val="1A2942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983480" y="37490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Modular Ownership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983480" y="4114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Domain-scoped policies with centralized enforcement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B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logic can be fully externalized from application services and enforced through a centralized policy engine.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825</Words>
  <Application>Microsoft Office PowerPoint</Application>
  <PresentationFormat>On-screen Show (16:9)</PresentationFormat>
  <Paragraphs>226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THANOS ZIKAS</dc:creator>
  <cp:lastModifiedBy>THANOS ZIKAS</cp:lastModifiedBy>
  <cp:revision>1</cp:revision>
  <dcterms:created xsi:type="dcterms:W3CDTF">2026-05-03T02:39:26Z</dcterms:created>
  <dcterms:modified xsi:type="dcterms:W3CDTF">2026-05-03T02:43:45Z</dcterms:modified>
</cp:coreProperties>
</file>